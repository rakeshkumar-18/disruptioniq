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6bfeb95f-59ab-d97a-4282-96b9850cdfde}">
          <p14:sldIdLst>
            <p14:sldId id="256"/>
          </p14:sldIdLst>
        </p14:section>
        <p14:section name="Problem Statement" id="{aafcf5a9-ddb4-3648-2897-3d1ca6db87c4}">
          <p14:sldIdLst>
            <p14:sldId id="257"/>
          </p14:sldIdLst>
        </p14:section>
        <p14:section name="Solution Overview" id="{430983a3-fbfd-325e-4172-a392ba820a22}">
          <p14:sldIdLst>
            <p14:sldId id="258"/>
          </p14:sldIdLst>
        </p14:section>
        <p14:section name="Technical Approach" id="{daf20fb5-202a-c9ad-ef40-bd278e4f9fb9}">
          <p14:sldIdLst>
            <p14:sldId id="259"/>
            <p14:sldId id="260"/>
            <p14:sldId id="261"/>
            <p14:sldId id="262"/>
            <p14:sldId id="263"/>
          </p14:sldIdLst>
        </p14:section>
        <p14:section name="Market Potential and Business Model" id="{ac968c5f-c849-5cfa-3197-b8950d2f596c}">
          <p14:sldIdLst>
            <p14:sldId id="264"/>
          </p14:sldIdLst>
        </p14:section>
        <p14:section name="Future Scope" id="{a1beea80-5e34-f481-095b-f7d552ff3cec}">
          <p14:sldIdLst>
            <p14:sldId id="265"/>
          </p14:sldIdLst>
        </p14:section>
        <p14:section name="Backup" id="{f16f2e56-31b5-0b02-0b6b-4edb2a614d6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Team [TEAM NAME]. DisruptionIQ turns a delivery delay into a recovery plan that a person approves. In five minutes: the problem, how it works, and why you can trust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logistics team can see a late shipment on a tracking screen. The hard part comes next: which customer orders it hits, how serious that is, and what to do. Today that is often worked out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DisruptionIQ takes one alert and returns one recovery plan for a person to approve. The key idea is the split: rules decide what is possible, AI explains it in plain language, and a human has the final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event arrives and rules detect the disruption, assess the impact and rank the risk. Rules build the recovery options and AI explains them; a human approves, we simulate execution, and every step is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disruptions that need very different fixes. A port strike can be solved with stock we already hold; a factory outage needs a new supplier. This is where we switch to the live demo and press the chaos button.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affected order gets a risk score, and the score shows its working. You can see how much comes from slack, shortage size, customer tier, penalty exposure and supplier reliability, so nobody has to trust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engine builds the recovery options from real stock, suppliers and deadlines. AI explains the trade-offs in cost, speed and orders saved, but it can only pick from that list, so it cannot invent stock or a supplier.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data is messy, so duplicate events, invalid data and stale updates are handled safely. The server enforces five roles, blocks self-approval and rechecks stock right before execution, and every step lands in an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sets us apart: AI with guardrails, risk scores that show their reasons, and a chaos button that proves the safety rules live in front of you. [CONFIRM BUILT: drop any feature we did not build.]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our demo, alert to ranked plan took [time], and exposure went from [₹ before] to [₹ after] once the plan was approved. Next: real carrier feeds, supplier reliability learned from history, and multi-warehouse optimisation.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architecture questions. It is one app, one database and one rules engine; the AI layer is called only from the server and its output is checked against the options the rules built. Planned stack shown here [CONFIRM FINAL STACK].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Q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aswari Engineering Colleg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Image 1" descr="Techsaavy club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207" y="164592"/>
            <a:ext cx="536753" cy="5029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828800" y="1463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spc="400" kern="0" dirty="0">
                <a:solidFill>
                  <a:schemeClr val="accent1"/>
                </a:solidFill>
              </a:rPr>
              <a:t>OVERCLOCK'26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1828800" y="43891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</a:rPr>
              <a:t>24 HOURS HACKATHON  |  AN AI-ASSISTED HACKATHON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22860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Techsaavy Club  |  Department of Information Technology</a:t>
            </a:r>
            <a:endParaRPr lang="en-US" sz="10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Q 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aswari Engineering Colleg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74320"/>
            <a:ext cx="731520" cy="731520"/>
          </a:xfrm>
          <a:prstGeom prst="rect">
            <a:avLst/>
          </a:prstGeom>
        </p:spPr>
      </p:pic>
      <p:pic>
        <p:nvPicPr>
          <p:cNvPr id="3" name="Image 1" descr="Techsaavy club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537" y="274320"/>
            <a:ext cx="779983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2860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Techsaavy Club  |  Department of Information Technology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828800"/>
            <a:ext cx="5120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i="1" spc="300" kern="0" dirty="0">
                <a:solidFill>
                  <a:schemeClr val="accent1"/>
                </a:solidFill>
              </a:rPr>
              <a:t>OVERCLOCK'26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2704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24 HOURS HACKATHON  |  AN AI-ASSISTED HACKATHON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828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Disruption</a:t>
            </a:r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IQ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334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From delivery delays to recovery plans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384048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PS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highlight>
                  <a:srgbClr val="FFFF00"/>
                </a:highlight>
              </a:rPr>
              <a:t>[No.]</a:t>
            </a:r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·  Logistics and Supply Chain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26280" y="3291840"/>
            <a:ext cx="2194560" cy="420624"/>
          </a:xfrm>
          <a:prstGeom prst="roundRect">
            <a:avLst>
              <a:gd name="adj" fmla="val 21739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Team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highlight>
                  <a:srgbClr val="FFFF00"/>
                </a:highlight>
              </a:rPr>
              <a:t>[TEAM NAME]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highlight>
                  <a:srgbClr val="FFFF00"/>
                </a:highlight>
              </a:rPr>
              <a:t>[NAMES]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96128" y="26700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Shape 8"/>
          <p:cNvSpPr/>
          <p:nvPr/>
        </p:nvSpPr>
        <p:spPr>
          <a:xfrm>
            <a:off x="5742432" y="2743200"/>
            <a:ext cx="1682496" cy="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2103120"/>
            <a:ext cx="960120" cy="47548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Shape 10"/>
          <p:cNvSpPr/>
          <p:nvPr/>
        </p:nvSpPr>
        <p:spPr>
          <a:xfrm>
            <a:off x="6931152" y="2240280"/>
            <a:ext cx="384048" cy="338328"/>
          </a:xfrm>
          <a:prstGeom prst="roundRect">
            <a:avLst>
              <a:gd name="adj" fmla="val 16216"/>
            </a:avLst>
          </a:prstGeom>
          <a:solidFill>
            <a:schemeClr val="tx2"/>
          </a:solidFill>
          <a:ln/>
        </p:spPr>
      </p:sp>
      <p:sp>
        <p:nvSpPr>
          <p:cNvPr id="13" name="Shape 11"/>
          <p:cNvSpPr/>
          <p:nvPr/>
        </p:nvSpPr>
        <p:spPr>
          <a:xfrm>
            <a:off x="7123176" y="2295144"/>
            <a:ext cx="128016" cy="10972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2551176"/>
            <a:ext cx="173736" cy="17373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65392" y="2551176"/>
            <a:ext cx="173736" cy="17373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77456" y="2551176"/>
            <a:ext cx="173736" cy="173736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43216" y="2743200"/>
            <a:ext cx="896112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339328" y="2642616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0" y="1783080"/>
            <a:ext cx="502920" cy="5029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7932420" y="1883664"/>
            <a:ext cx="0" cy="150876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32420" y="2034540"/>
            <a:ext cx="120701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Spotting a late shipment is easy. Knowing what to do about it is not.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Delayed shipment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269748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011680" y="2770632"/>
            <a:ext cx="0" cy="109728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2880360"/>
            <a:ext cx="8778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057400" y="2286000"/>
            <a:ext cx="1161288" cy="10287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246120" y="2103120"/>
            <a:ext cx="1600200" cy="36576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114300" tIns="114300" rIns="114300" bIns="1143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07992" y="215798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flipV="1">
            <a:off x="2057400" y="2800350"/>
            <a:ext cx="1161288" cy="51435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246120" y="2617470"/>
            <a:ext cx="1600200" cy="36576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114300" tIns="114300" rIns="114300" bIns="1143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07992" y="267233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57400" y="3314700"/>
            <a:ext cx="116128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246120" y="3131820"/>
            <a:ext cx="1600200" cy="36576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114300" tIns="114300" rIns="114300" bIns="1143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07992" y="318668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57400" y="3314700"/>
            <a:ext cx="1161288" cy="51435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3246120" y="3646170"/>
            <a:ext cx="1600200" cy="36576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114300" tIns="114300" rIns="114300" bIns="1143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07992" y="370103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057400" y="3314700"/>
            <a:ext cx="1161288" cy="10287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246120" y="4160520"/>
            <a:ext cx="1600200" cy="36576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114300" tIns="114300" rIns="114300" bIns="1143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07992" y="421538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2331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Which orders are affected?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0175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How serious is it?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703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What should we do?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Solution Overview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alert in, one approved recovery plan out.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DisruptionIQ finds the damage, ranks the orders and proposes safe fixes for a human to approve.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2496312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724912"/>
            <a:ext cx="20391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decide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4048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Stock, deadlines, permissions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497580"/>
            <a:ext cx="23774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19272" y="2468880"/>
            <a:ext cx="2496312" cy="205740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75304" y="2724912"/>
            <a:ext cx="20391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advises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384048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Summaries, explanations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79592" y="3497580"/>
            <a:ext cx="23774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81344" y="2468880"/>
            <a:ext cx="2496312" cy="205740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7376" y="2724912"/>
            <a:ext cx="20391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Humans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approve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384048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Final say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Eight steps from delay to audit trail.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 arrives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67028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504841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04841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Detect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14669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52482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52482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Assess impact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62310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600123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00123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Rank risk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09951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647765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47765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accent1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Offer options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57593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95406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95406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tx2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05234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743047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43047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Simulate execution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652875" y="3086100"/>
            <a:ext cx="124097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790688" y="2185416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90688" y="2514600"/>
            <a:ext cx="896112" cy="1143000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Record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114800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" y="4087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 decide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286000" y="4114800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96896" y="4087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advises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114800" y="4114800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25696" y="4087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Human approves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 ·  Live demo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Two disruptions, two different recoveries.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926080"/>
                <a:gridCol w="2103120"/>
                <a:gridCol w="1508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Disruption</a:t>
                      </a:r>
                      <a:endParaRPr lang="en-US" sz="12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Impact</a:t>
                      </a:r>
                      <a:endParaRPr lang="en-US" sz="12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Recovery</a:t>
                      </a:r>
                      <a:endParaRPr lang="en-US" sz="12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Approver</a:t>
                      </a:r>
                      <a:endParaRPr lang="en-US" sz="12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Port strike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Shipment 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[N days]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 late, 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[12]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 orders short, premium customer at risk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Reallocate stock and split an order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Supply Chain Manager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Supplier factory outage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arrival date, no spare stock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 supplier plus expedite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Procurement Approver</a:t>
                      </a:r>
                      <a:endParaRPr lang="en-US" sz="1500" dirty="0"/>
                    </a:p>
                  </a:txBody>
                  <a:tcPr marL="128016" marR="128016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D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ranking explains itself.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5257800" cy="2468880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165860" y="20574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highlight>
                  <a:srgbClr val="FFFF00"/>
                </a:highlight>
              </a:rPr>
              <a:t>[SCREENSHOT: ranked orders table with factor breakdown]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2103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Each score shows five factors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0760" y="2706624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27648" y="26060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Days of slack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80760" y="3099816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27648" y="29992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Size of shortage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080760" y="3493008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27648" y="33924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Customer tier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27648" y="378561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Penalty exposure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80760" y="4279392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27648" y="41788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Supplier reliability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explains the options. Rules prove they are feasible.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2834640" cy="2468880"/>
          </a:xfrm>
          <a:prstGeom prst="roundRect">
            <a:avLst>
              <a:gd name="adj" fmla="val 3704"/>
            </a:avLst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Guardrail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AI can only choose from options the rules built, so it cannot invent stock or suppliers.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566160" y="2057400"/>
            <a:ext cx="5120640" cy="2468880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206240" y="20574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highlight>
                  <a:srgbClr val="FFFF00"/>
                </a:highlight>
              </a:rPr>
              <a:t>[SCREENSHOT: recovery options with cost, speed and orders saved]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 ·  Rules and Safety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Safe by design.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39776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25856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Handled safely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281635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Shape 5"/>
          <p:cNvSpPr/>
          <p:nvPr/>
        </p:nvSpPr>
        <p:spPr>
          <a:xfrm>
            <a:off x="800649" y="295204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841614" y="290596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27889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Duplicate events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22783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Shape 9"/>
          <p:cNvSpPr/>
          <p:nvPr/>
        </p:nvSpPr>
        <p:spPr>
          <a:xfrm>
            <a:off x="800649" y="336352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41614" y="331744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2004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Invalid data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63931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649" y="377500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841614" y="372892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15568" y="36118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Stale updates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057400"/>
            <a:ext cx="39776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83480" y="225856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Enforced on the server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4983480" y="281635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Shape 19"/>
          <p:cNvSpPr/>
          <p:nvPr/>
        </p:nvSpPr>
        <p:spPr>
          <a:xfrm>
            <a:off x="5052609" y="295204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093574" y="290596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67528" y="27889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Five roles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83480" y="322783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hape 23"/>
          <p:cNvSpPr/>
          <p:nvPr/>
        </p:nvSpPr>
        <p:spPr>
          <a:xfrm>
            <a:off x="5052609" y="336352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93574" y="331744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67528" y="32004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self-approval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983480" y="3639312"/>
            <a:ext cx="256032" cy="25603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52609" y="3775009"/>
            <a:ext cx="40965" cy="40965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5093574" y="3728923"/>
            <a:ext cx="79370" cy="87051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67528" y="36118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Stock rechecked before execution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Full audit trail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for every step.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Market Potential and Business Model</a:t>
            </a:r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 ·  Competitors and edge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control tower you can trust, and prove live.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49961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" y="218541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Guardrailed AI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30540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BUILT]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39696" y="2057400"/>
            <a:ext cx="149961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218541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Risk scores that show their reasons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58568" y="30540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BUILT]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22192" y="2057400"/>
            <a:ext cx="149961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1064" y="218541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Chaos button that proves safety live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41064" y="30540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BUILT]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04688" y="2057400"/>
            <a:ext cx="149961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23560" y="218541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Visible separation of duties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30540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BUILT]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87184" y="2057400"/>
            <a:ext cx="149961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06056" y="218541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Recheck before execution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30540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BUILT]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Also (only if built)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highlight>
                  <a:srgbClr val="FFFF00"/>
                </a:highlight>
              </a:rPr>
              <a:t>[blast-radius graph]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268980" y="3931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3268980" y="3931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highlight>
                  <a:srgbClr val="FFFF00"/>
                </a:highlight>
              </a:rPr>
              <a:t>[what-if simulator]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080760" y="3931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080760" y="3931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highlight>
                  <a:srgbClr val="FFFF00"/>
                </a:highlight>
              </a:rPr>
              <a:t>[supplier reliability score]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Future Scope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From hours of spreadsheets to one decision.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4069080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1579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Demo result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505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highlight>
                  <a:srgbClr val="FFFF00"/>
                </a:highlight>
                <a:latin typeface="+mj-lt" pitchFamily="34" charset="0"/>
                <a:ea typeface="+mj-lt" pitchFamily="34" charset="-122"/>
                <a:cs typeface="+mj-lt" pitchFamily="34" charset="-120"/>
              </a:rPr>
              <a:t>[time]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62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Alert → ranked plan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highlight>
                  <a:srgbClr val="FFFF00"/>
                </a:highlight>
                <a:latin typeface="+mj-lt" pitchFamily="34" charset="0"/>
                <a:ea typeface="+mj-lt" pitchFamily="34" charset="-122"/>
                <a:cs typeface="+mj-lt" pitchFamily="34" charset="-120"/>
              </a:rPr>
              <a:t>[₹ before]</a:t>
            </a:r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highlight>
                  <a:srgbClr val="FFFF00"/>
                </a:highlight>
                <a:latin typeface="+mj-lt" pitchFamily="34" charset="0"/>
                <a:ea typeface="+mj-lt" pitchFamily="34" charset="-122"/>
                <a:cs typeface="+mj-lt" pitchFamily="34" charset="-120"/>
              </a:rPr>
              <a:t>[₹ after]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Exposure at risk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5798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25420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2542032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Real carrier integrations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92040" y="3017520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3017520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Learned supplier reliability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92040" y="3493008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76672" y="349300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Multi-warehouse optimisation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330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Thank you. Questions?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45720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Technical Approach</a:t>
            </a:r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  ·  Backup</a:t>
            </a:r>
            <a:endParaRPr lang="en-US" sz="1200" dirty="0"/>
          </a:p>
        </p:txBody>
      </p:sp>
      <p:sp>
        <p:nvSpPr>
          <p:cNvPr id="3" name="Text 3"/>
          <p:cNvSpPr/>
          <p:nvPr>
            <p:ph idx="106" type="title" hasCustomPrompt="1"/>
          </p:nvPr>
        </p:nvSpPr>
        <p:spPr>
          <a:xfrm>
            <a:off x="457200" y="1069848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app, one database, one rules engine.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141732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Carrier webhook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141732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CSV / JSON import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40280" y="196596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role checks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0" y="196596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Rules engine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detect · impact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risk · options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29400" y="1965960"/>
            <a:ext cx="2057400" cy="1188720"/>
          </a:xfrm>
          <a:prstGeom prst="can">
            <a:avLst/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Postgres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40280" y="3456432"/>
            <a:ext cx="1508760" cy="4572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Dashboard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3456432"/>
            <a:ext cx="210312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 layer (server only)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4564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Output checked against rule-built options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74520" y="2217420"/>
            <a:ext cx="34747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874520" y="2903220"/>
            <a:ext cx="34747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2560320"/>
            <a:ext cx="34747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17920" y="2560320"/>
            <a:ext cx="3931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994660" y="3154680"/>
            <a:ext cx="0" cy="28346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92040" y="3154680"/>
            <a:ext cx="0" cy="28346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5440680" y="3172968"/>
            <a:ext cx="0" cy="28346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4087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[CONFIRM FINAL STACK]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Planned: Next.js, TypeScript, Postgres on Neon, Prisma, Anthropic API, deployed on Vercel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34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[LIVE DEMO URL]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   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[GITHUB REPO URL]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sruptionIQ Overclock26">
  <a:themeElements>
    <a:clrScheme name="DisruptionIQ Overclock26">
      <a:dk1>
        <a:srgbClr val="0B1B3A"/>
      </a:dk1>
      <a:lt1>
        <a:srgbClr val="FFFFFF"/>
      </a:lt1>
      <a:dk2>
        <a:srgbClr val="0F2A63"/>
      </a:dk2>
      <a:lt2>
        <a:srgbClr val="F1F3F6"/>
      </a:lt2>
      <a:accent1>
        <a:srgbClr val="C2410C"/>
      </a:accent1>
      <a:accent2>
        <a:srgbClr val="5B6475"/>
      </a:accent2>
      <a:accent3>
        <a:srgbClr val="CDD3DC"/>
      </a:accent3>
      <a:accent4>
        <a:srgbClr val="FCEDE5"/>
      </a:accent4>
      <a:accent5>
        <a:srgbClr val="8A93A3"/>
      </a:accent5>
      <a:accent6>
        <a:srgbClr val="DADEE4"/>
      </a:accent6>
      <a:hlink>
        <a:srgbClr val="C2410C"/>
      </a:hlink>
      <a:folHlink>
        <a:srgbClr val="5B6475"/>
      </a:folHlink>
    </a:clrScheme>
    <a:fontScheme name="DisruptionIQ Overclock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DisruptionIQ</dc:title>
  <dc:subject>Overclock'26 jury presentation</dc:subject>
  <dc:creator>PptxGenJS</dc:creator>
  <cp:lastModifiedBy>PptxGenJS</cp:lastModifiedBy>
  <cp:revision>1</cp:revision>
  <dcterms:created xsi:type="dcterms:W3CDTF">2026-10-30T04:51:33Z</dcterms:created>
  <dcterms:modified xsi:type="dcterms:W3CDTF">2026-10-30T04:51:33Z</dcterms:modified>
</cp:coreProperties>
</file>